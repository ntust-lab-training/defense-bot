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57" r:id="rId2"/>
  </p:sldIdLst>
  <p:sldSz cx="9906000" cy="6858000" type="A4"/>
  <p:notesSz cx="6797675" cy="9929813"/>
  <p:defaultTextStyle>
    <a:defPPr>
      <a:defRPr lang="zh-TW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6"/>
  </p:normalViewPr>
  <p:slideViewPr>
    <p:cSldViewPr>
      <p:cViewPr varScale="1">
        <p:scale>
          <a:sx n="59" d="100"/>
          <a:sy n="59" d="100"/>
        </p:scale>
        <p:origin x="504" y="62"/>
      </p:cViewPr>
      <p:guideLst>
        <p:guide orient="horz" pos="2160"/>
        <p:guide pos="312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82" d="100"/>
          <a:sy n="82" d="100"/>
        </p:scale>
        <p:origin x="3992" y="17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0BEFBCBB-A77C-41E2-84EA-3AFA07F67A06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55FCE36C-E36D-4ED0-A6BE-531724159997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49688" y="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latin typeface="Arial" charset="0"/>
              </a:defRPr>
            </a:lvl1pPr>
          </a:lstStyle>
          <a:p>
            <a:pPr>
              <a:defRPr/>
            </a:pPr>
            <a:fld id="{4DA96D40-115B-49F0-A8AF-9C8DF825CE99}" type="datetimeFigureOut">
              <a:rPr lang="zh-TW" altLang="en-US"/>
              <a:pPr>
                <a:defRPr/>
              </a:pPr>
              <a:t>2026/2/22</a:t>
            </a:fld>
            <a:endParaRPr lang="en-US" altLang="zh-TW"/>
          </a:p>
        </p:txBody>
      </p:sp>
      <p:sp>
        <p:nvSpPr>
          <p:cNvPr id="7172" name="Rectangle 4">
            <a:extLst>
              <a:ext uri="{FF2B5EF4-FFF2-40B4-BE49-F238E27FC236}">
                <a16:creationId xmlns:a16="http://schemas.microsoft.com/office/drawing/2014/main" id="{64A363DC-77C9-410F-AAE6-536198C50EE5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709613" y="744538"/>
            <a:ext cx="5378450" cy="37242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437" name="Rectangle 5">
            <a:extLst>
              <a:ext uri="{FF2B5EF4-FFF2-40B4-BE49-F238E27FC236}">
                <a16:creationId xmlns:a16="http://schemas.microsoft.com/office/drawing/2014/main" id="{A6DB82C0-7AE3-49E9-A281-412C5F9C5D21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450" y="4716463"/>
            <a:ext cx="5438775" cy="4468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noProof="0"/>
              <a:t>按一下以編輯母片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18438" name="Rectangle 6">
            <a:extLst>
              <a:ext uri="{FF2B5EF4-FFF2-40B4-BE49-F238E27FC236}">
                <a16:creationId xmlns:a16="http://schemas.microsoft.com/office/drawing/2014/main" id="{D376047C-2767-42D3-A0FD-A0A291C52CB3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31338"/>
            <a:ext cx="2946400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8439" name="Rectangle 7">
            <a:extLst>
              <a:ext uri="{FF2B5EF4-FFF2-40B4-BE49-F238E27FC236}">
                <a16:creationId xmlns:a16="http://schemas.microsoft.com/office/drawing/2014/main" id="{C8A82A27-6F52-4905-B451-92D5EC3972F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49688" y="9431338"/>
            <a:ext cx="2946400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876BCD05-F73E-4664-89A9-9A109BCE93EC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新細明體" pitchFamily="18" charset="-120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新細明體" pitchFamily="18" charset="-12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新細明體" pitchFamily="18" charset="-12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新細明體" pitchFamily="18" charset="-12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標題投影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0">
            <a:extLst>
              <a:ext uri="{FF2B5EF4-FFF2-40B4-BE49-F238E27FC236}">
                <a16:creationId xmlns:a16="http://schemas.microsoft.com/office/drawing/2014/main" id="{8AFD1A4E-61F1-4027-BBF5-E628C1496F4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0" y="0"/>
            <a:ext cx="989965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矩形: 圓角 2">
            <a:extLst>
              <a:ext uri="{FF2B5EF4-FFF2-40B4-BE49-F238E27FC236}">
                <a16:creationId xmlns:a16="http://schemas.microsoft.com/office/drawing/2014/main" id="{C9E36E42-715A-418D-AC50-21D4CC7A8108}"/>
              </a:ext>
            </a:extLst>
          </p:cNvPr>
          <p:cNvSpPr/>
          <p:nvPr userDrawn="1"/>
        </p:nvSpPr>
        <p:spPr>
          <a:xfrm>
            <a:off x="161925" y="1062038"/>
            <a:ext cx="9471025" cy="4059237"/>
          </a:xfrm>
          <a:prstGeom prst="roundRect">
            <a:avLst/>
          </a:prstGeom>
          <a:solidFill>
            <a:schemeClr val="bg2">
              <a:alpha val="5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pic>
        <p:nvPicPr>
          <p:cNvPr id="4" name="Picture 4" descr="台科logo-13">
            <a:extLst>
              <a:ext uri="{FF2B5EF4-FFF2-40B4-BE49-F238E27FC236}">
                <a16:creationId xmlns:a16="http://schemas.microsoft.com/office/drawing/2014/main" id="{07B01246-5012-42DD-87BA-76C54CD38034}"/>
              </a:ext>
            </a:extLst>
          </p:cNvPr>
          <p:cNvPicPr>
            <a:picLocks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988" y="188913"/>
            <a:ext cx="3952875" cy="773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6" descr="台科logo-07">
            <a:extLst>
              <a:ext uri="{FF2B5EF4-FFF2-40B4-BE49-F238E27FC236}">
                <a16:creationId xmlns:a16="http://schemas.microsoft.com/office/drawing/2014/main" id="{1F94D457-9B1B-4AE7-B468-909FE4034929}"/>
              </a:ext>
            </a:extLst>
          </p:cNvPr>
          <p:cNvPicPr>
            <a:picLocks noChangeArrowheads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34163" y="5121275"/>
            <a:ext cx="3143250" cy="154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日期版面配置區 18">
            <a:extLst>
              <a:ext uri="{FF2B5EF4-FFF2-40B4-BE49-F238E27FC236}">
                <a16:creationId xmlns:a16="http://schemas.microsoft.com/office/drawing/2014/main" id="{4A253D91-5422-45F9-8283-9306E557CF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159B7580-CD13-476D-8C06-C7A6BE5B42DD}" type="datetimeFigureOut">
              <a:rPr lang="zh-TW" altLang="en-US"/>
              <a:pPr>
                <a:defRPr/>
              </a:pPr>
              <a:t>2026/2/22</a:t>
            </a:fld>
            <a:endParaRPr lang="zh-TW" altLang="en-US"/>
          </a:p>
        </p:txBody>
      </p:sp>
      <p:sp>
        <p:nvSpPr>
          <p:cNvPr id="7" name="頁尾版面配置區 7">
            <a:extLst>
              <a:ext uri="{FF2B5EF4-FFF2-40B4-BE49-F238E27FC236}">
                <a16:creationId xmlns:a16="http://schemas.microsoft.com/office/drawing/2014/main" id="{749C83C9-D8E3-4454-956C-D6E066BA48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zh-TW" altLang="en-US"/>
          </a:p>
        </p:txBody>
      </p:sp>
      <p:sp>
        <p:nvSpPr>
          <p:cNvPr id="8" name="投影片編號版面配置區 10">
            <a:extLst>
              <a:ext uri="{FF2B5EF4-FFF2-40B4-BE49-F238E27FC236}">
                <a16:creationId xmlns:a16="http://schemas.microsoft.com/office/drawing/2014/main" id="{A79C784C-95F2-4D78-9B75-66F34875A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CA3CA79-5CB5-4193-A9F0-01DA6A3705AC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467528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標題投影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0">
            <a:extLst>
              <a:ext uri="{FF2B5EF4-FFF2-40B4-BE49-F238E27FC236}">
                <a16:creationId xmlns:a16="http://schemas.microsoft.com/office/drawing/2014/main" id="{0E96A52C-DFA0-4F18-A89C-E22A4EDE5B5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906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文字方塊 2">
            <a:extLst>
              <a:ext uri="{FF2B5EF4-FFF2-40B4-BE49-F238E27FC236}">
                <a16:creationId xmlns:a16="http://schemas.microsoft.com/office/drawing/2014/main" id="{D1F75F5F-45BC-490B-A12B-64F06E57ED7A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2690813" y="341313"/>
            <a:ext cx="6715125" cy="1200329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defRPr/>
            </a:pPr>
            <a:r>
              <a:rPr kumimoji="0" lang="zh-TW" altLang="en-US" sz="36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國立臺灣科技大學  電子工程系</a:t>
            </a:r>
            <a:endParaRPr kumimoji="0" lang="en-US" altLang="zh-TW" sz="36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eaLnBrk="1" hangingPunct="1">
              <a:defRPr/>
            </a:pPr>
            <a:r>
              <a:rPr kumimoji="0" lang="zh-TW" altLang="en-US" sz="36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    歡迎口試委員蒞臨指導</a:t>
            </a:r>
          </a:p>
        </p:txBody>
      </p:sp>
      <p:pic>
        <p:nvPicPr>
          <p:cNvPr id="4" name="Picture 6" descr="台科logo-01">
            <a:extLst>
              <a:ext uri="{FF2B5EF4-FFF2-40B4-BE49-F238E27FC236}">
                <a16:creationId xmlns:a16="http://schemas.microsoft.com/office/drawing/2014/main" id="{4AD3E263-7315-48A4-97A5-3336DEE83DA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263" y="261938"/>
            <a:ext cx="1333500" cy="1360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4BF947B9-AD5A-4471-B370-0F19E03014DD}"/>
              </a:ext>
            </a:extLst>
          </p:cNvPr>
          <p:cNvSpPr/>
          <p:nvPr userDrawn="1"/>
        </p:nvSpPr>
        <p:spPr>
          <a:xfrm>
            <a:off x="0" y="6186488"/>
            <a:ext cx="9906000" cy="67151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 dirty="0"/>
          </a:p>
        </p:txBody>
      </p:sp>
      <p:pic>
        <p:nvPicPr>
          <p:cNvPr id="6" name="圖片 7">
            <a:extLst>
              <a:ext uri="{FF2B5EF4-FFF2-40B4-BE49-F238E27FC236}">
                <a16:creationId xmlns:a16="http://schemas.microsoft.com/office/drawing/2014/main" id="{A8698659-13C6-423C-91F1-B5BEAD55F8A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31050" y="6257925"/>
            <a:ext cx="2574925" cy="542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4" descr="台科logo-12">
            <a:extLst>
              <a:ext uri="{FF2B5EF4-FFF2-40B4-BE49-F238E27FC236}">
                <a16:creationId xmlns:a16="http://schemas.microsoft.com/office/drawing/2014/main" id="{4341B39A-A1AE-496C-BEBA-BEFA4D92323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588" y="6203950"/>
            <a:ext cx="2936875" cy="568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矩形: 圓角 1">
            <a:extLst>
              <a:ext uri="{FF2B5EF4-FFF2-40B4-BE49-F238E27FC236}">
                <a16:creationId xmlns:a16="http://schemas.microsoft.com/office/drawing/2014/main" id="{47CC85E5-10D8-4C2F-9596-02414E2C356B}"/>
              </a:ext>
            </a:extLst>
          </p:cNvPr>
          <p:cNvSpPr/>
          <p:nvPr userDrawn="1"/>
        </p:nvSpPr>
        <p:spPr>
          <a:xfrm>
            <a:off x="274638" y="1619250"/>
            <a:ext cx="9131300" cy="4556125"/>
          </a:xfrm>
          <a:prstGeom prst="roundRect">
            <a:avLst/>
          </a:prstGeom>
          <a:solidFill>
            <a:schemeClr val="tx2">
              <a:lumMod val="10000"/>
              <a:lumOff val="90000"/>
              <a:alpha val="4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9" name="日期版面配置區 18">
            <a:extLst>
              <a:ext uri="{FF2B5EF4-FFF2-40B4-BE49-F238E27FC236}">
                <a16:creationId xmlns:a16="http://schemas.microsoft.com/office/drawing/2014/main" id="{71E2AC00-26D3-4EC0-B54E-793211862D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DAF1D9D3-3E89-4108-9D23-8F42A9546ED9}" type="datetimeFigureOut">
              <a:rPr lang="zh-TW" altLang="en-US"/>
              <a:pPr>
                <a:defRPr/>
              </a:pPr>
              <a:t>2026/2/22</a:t>
            </a:fld>
            <a:endParaRPr lang="zh-TW" altLang="en-US"/>
          </a:p>
        </p:txBody>
      </p:sp>
      <p:sp>
        <p:nvSpPr>
          <p:cNvPr id="10" name="頁尾版面配置區 7">
            <a:extLst>
              <a:ext uri="{FF2B5EF4-FFF2-40B4-BE49-F238E27FC236}">
                <a16:creationId xmlns:a16="http://schemas.microsoft.com/office/drawing/2014/main" id="{7C78D40C-1E40-478C-8D38-617CFD0428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zh-TW" altLang="en-US"/>
          </a:p>
        </p:txBody>
      </p:sp>
      <p:sp>
        <p:nvSpPr>
          <p:cNvPr id="11" name="投影片編號版面配置區 10">
            <a:extLst>
              <a:ext uri="{FF2B5EF4-FFF2-40B4-BE49-F238E27FC236}">
                <a16:creationId xmlns:a16="http://schemas.microsoft.com/office/drawing/2014/main" id="{96044961-50F9-4BCC-827D-0A916BFB4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85FC8E-AA09-4CC7-9D2C-89AE397B6539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027186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44830" y="4983480"/>
            <a:ext cx="8865870" cy="105156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44830" y="530352"/>
            <a:ext cx="8865870" cy="4187952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日期版面配置區 24">
            <a:extLst>
              <a:ext uri="{FF2B5EF4-FFF2-40B4-BE49-F238E27FC236}">
                <a16:creationId xmlns:a16="http://schemas.microsoft.com/office/drawing/2014/main" id="{B679E67B-1D32-4E48-A60F-F67B1C2014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230E4B-433E-44CB-9673-ACF6CD849F51}" type="datetimeFigureOut">
              <a:rPr lang="zh-TW" altLang="en-US"/>
              <a:pPr>
                <a:defRPr/>
              </a:pPr>
              <a:t>2026/2/22</a:t>
            </a:fld>
            <a:endParaRPr lang="zh-TW" altLang="en-US"/>
          </a:p>
        </p:txBody>
      </p:sp>
      <p:sp>
        <p:nvSpPr>
          <p:cNvPr id="5" name="頁尾版面配置區 17">
            <a:extLst>
              <a:ext uri="{FF2B5EF4-FFF2-40B4-BE49-F238E27FC236}">
                <a16:creationId xmlns:a16="http://schemas.microsoft.com/office/drawing/2014/main" id="{7DFD0A3F-5B83-4374-9D40-9DB9D029C8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4">
            <a:extLst>
              <a:ext uri="{FF2B5EF4-FFF2-40B4-BE49-F238E27FC236}">
                <a16:creationId xmlns:a16="http://schemas.microsoft.com/office/drawing/2014/main" id="{D02A40E7-57CF-4765-AA68-672E09F56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5AA46BF-17EF-4DCB-B477-D03F73FAD2EF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667552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圓角矩形 1">
            <a:extLst>
              <a:ext uri="{FF2B5EF4-FFF2-40B4-BE49-F238E27FC236}">
                <a16:creationId xmlns:a16="http://schemas.microsoft.com/office/drawing/2014/main" id="{EF036222-01C1-4677-88BE-0EB0884FDC6C}"/>
              </a:ext>
            </a:extLst>
          </p:cNvPr>
          <p:cNvSpPr/>
          <p:nvPr/>
        </p:nvSpPr>
        <p:spPr>
          <a:xfrm>
            <a:off x="330200" y="328613"/>
            <a:ext cx="9244013" cy="6197600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en-US"/>
          </a:p>
        </p:txBody>
      </p:sp>
      <p:grpSp>
        <p:nvGrpSpPr>
          <p:cNvPr id="5" name="圓角矩形 2">
            <a:extLst>
              <a:ext uri="{FF2B5EF4-FFF2-40B4-BE49-F238E27FC236}">
                <a16:creationId xmlns:a16="http://schemas.microsoft.com/office/drawing/2014/main" id="{CB696477-4029-45E1-A7D4-37178CD83663}"/>
              </a:ext>
            </a:extLst>
          </p:cNvPr>
          <p:cNvGrpSpPr>
            <a:grpSpLocks/>
          </p:cNvGrpSpPr>
          <p:nvPr/>
        </p:nvGrpSpPr>
        <p:grpSpPr bwMode="auto">
          <a:xfrm>
            <a:off x="454025" y="431800"/>
            <a:ext cx="8997950" cy="4343400"/>
            <a:chOff x="264" y="272"/>
            <a:chExt cx="5232" cy="2736"/>
          </a:xfrm>
        </p:grpSpPr>
        <p:pic>
          <p:nvPicPr>
            <p:cNvPr id="6" name="圓角矩形 2">
              <a:extLst>
                <a:ext uri="{FF2B5EF4-FFF2-40B4-BE49-F238E27FC236}">
                  <a16:creationId xmlns:a16="http://schemas.microsoft.com/office/drawing/2014/main" id="{2DBE1320-D04F-40BB-82A9-E2DE168661E0}"/>
                </a:ext>
              </a:extLst>
            </p:cNvPr>
            <p:cNvPicPr>
              <a:picLocks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4" y="272"/>
              <a:ext cx="5232" cy="27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" name="Text Box 4">
              <a:extLst>
                <a:ext uri="{FF2B5EF4-FFF2-40B4-BE49-F238E27FC236}">
                  <a16:creationId xmlns:a16="http://schemas.microsoft.com/office/drawing/2014/main" id="{EAF7745A-9520-45C5-8F1B-1753781C542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1" y="291"/>
              <a:ext cx="5201" cy="2700"/>
            </a:xfrm>
            <a:prstGeom prst="rect">
              <a:avLst/>
            </a:prstGeom>
            <a:noFill/>
            <a:ln>
              <a:noFill/>
            </a:ln>
          </p:spPr>
          <p:txBody>
            <a:bodyPr anchor="ctr"/>
            <a:lstStyle>
              <a:lvl1pPr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defRPr/>
              </a:pPr>
              <a:endParaRPr kumimoji="0" lang="en-US" altLang="zh-TW">
                <a:solidFill>
                  <a:srgbClr val="FFFFFF"/>
                </a:solidFill>
                <a:latin typeface="Verdana" panose="020B0604030504040204" pitchFamily="34" charset="0"/>
              </a:endParaRPr>
            </a:p>
          </p:txBody>
        </p:sp>
      </p:grp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07373" y="4928616"/>
            <a:ext cx="8865870" cy="676656"/>
          </a:xfrm>
        </p:spPr>
        <p:txBody>
          <a:bodyPr lIns="91440" bIns="0"/>
          <a:lstStyle>
            <a:lvl1pPr algn="l">
              <a:buNone/>
              <a:defRPr sz="3600" b="0" cap="none" baseline="0">
                <a:solidFill>
                  <a:schemeClr val="bg2">
                    <a:shade val="25000"/>
                  </a:schemeClr>
                </a:solidFill>
                <a:effectLst/>
              </a:defRPr>
            </a:lvl1pPr>
            <a:extLst/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507373" y="5624484"/>
            <a:ext cx="8865870" cy="420624"/>
          </a:xfrm>
        </p:spPr>
        <p:txBody>
          <a:bodyPr lIns="118872" tIns="0"/>
          <a:lstStyle>
            <a:lvl1pPr marL="0" marR="36576" indent="0" algn="l"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chemeClr val="accent1">
                    <a:shade val="50000"/>
                    <a:satMod val="110000"/>
                  </a:schemeClr>
                </a:solidFill>
                <a:effectLst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8" name="日期版面配置區 3">
            <a:extLst>
              <a:ext uri="{FF2B5EF4-FFF2-40B4-BE49-F238E27FC236}">
                <a16:creationId xmlns:a16="http://schemas.microsoft.com/office/drawing/2014/main" id="{29071F18-C311-409B-B798-3555EA2496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C2122150-45DB-4918-950E-8D94719E89C4}" type="datetimeFigureOut">
              <a:rPr lang="zh-TW" altLang="en-US"/>
              <a:pPr>
                <a:defRPr/>
              </a:pPr>
              <a:t>2026/2/22</a:t>
            </a:fld>
            <a:endParaRPr lang="zh-TW" altLang="en-US"/>
          </a:p>
        </p:txBody>
      </p:sp>
      <p:sp>
        <p:nvSpPr>
          <p:cNvPr id="9" name="頁尾版面配置區 4">
            <a:extLst>
              <a:ext uri="{FF2B5EF4-FFF2-40B4-BE49-F238E27FC236}">
                <a16:creationId xmlns:a16="http://schemas.microsoft.com/office/drawing/2014/main" id="{C08ED215-6566-49E8-82A8-8BE15E8DAA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zh-TW" altLang="en-US"/>
          </a:p>
        </p:txBody>
      </p:sp>
      <p:sp>
        <p:nvSpPr>
          <p:cNvPr id="10" name="投影片編號版面配置區 5">
            <a:extLst>
              <a:ext uri="{FF2B5EF4-FFF2-40B4-BE49-F238E27FC236}">
                <a16:creationId xmlns:a16="http://schemas.microsoft.com/office/drawing/2014/main" id="{C0853CC7-27CB-41B7-9998-9F1BE2FC2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31DD83-BF3A-41BB-B899-589D92E71D4E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41986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557215" y="530352"/>
            <a:ext cx="4259580" cy="4389120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5151640" y="530352"/>
            <a:ext cx="4259580" cy="4389120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5" name="日期版面配置區 24">
            <a:extLst>
              <a:ext uri="{FF2B5EF4-FFF2-40B4-BE49-F238E27FC236}">
                <a16:creationId xmlns:a16="http://schemas.microsoft.com/office/drawing/2014/main" id="{DB0890FC-787F-413C-8094-3AA6197F7D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8C5C645-736B-4C14-8030-547CFE5E5DFB}" type="datetimeFigureOut">
              <a:rPr lang="zh-TW" altLang="en-US"/>
              <a:pPr>
                <a:defRPr/>
              </a:pPr>
              <a:t>2026/2/22</a:t>
            </a:fld>
            <a:endParaRPr lang="zh-TW" altLang="en-US"/>
          </a:p>
        </p:txBody>
      </p:sp>
      <p:sp>
        <p:nvSpPr>
          <p:cNvPr id="6" name="頁尾版面配置區 17">
            <a:extLst>
              <a:ext uri="{FF2B5EF4-FFF2-40B4-BE49-F238E27FC236}">
                <a16:creationId xmlns:a16="http://schemas.microsoft.com/office/drawing/2014/main" id="{476CB2AC-89CB-4516-8F2B-419EDAA490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4">
            <a:extLst>
              <a:ext uri="{FF2B5EF4-FFF2-40B4-BE49-F238E27FC236}">
                <a16:creationId xmlns:a16="http://schemas.microsoft.com/office/drawing/2014/main" id="{E5FDB22B-17C3-4E2C-AB25-1242E1D644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29E6E2-D4DA-4DE0-A34A-A7C48CBA9E95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730781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44830" y="4983480"/>
            <a:ext cx="8865870" cy="1051560"/>
          </a:xfrm>
        </p:spPr>
        <p:txBody>
          <a:bodyPr/>
          <a:lstStyle>
            <a:lvl1pPr>
              <a:defRPr b="1"/>
            </a:lvl1pPr>
            <a:extLst/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57826" y="579438"/>
            <a:ext cx="4259580" cy="792162"/>
          </a:xfrm>
        </p:spPr>
        <p:txBody>
          <a:bodyPr lIns="146304" anchor="ctr"/>
          <a:lstStyle>
            <a:lvl1pPr marL="0" indent="0" algn="l">
              <a:buNone/>
              <a:defRPr sz="2400" b="1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3"/>
          </p:nvPr>
        </p:nvSpPr>
        <p:spPr>
          <a:xfrm>
            <a:off x="5039850" y="579438"/>
            <a:ext cx="4259580" cy="792162"/>
          </a:xfrm>
        </p:spPr>
        <p:txBody>
          <a:bodyPr lIns="137160" anchor="ctr"/>
          <a:lstStyle>
            <a:lvl1pPr marL="0" indent="0" algn="l">
              <a:buNone/>
              <a:defRPr sz="2400" b="1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sz="quarter" idx="2"/>
          </p:nvPr>
        </p:nvSpPr>
        <p:spPr>
          <a:xfrm>
            <a:off x="657826" y="1447800"/>
            <a:ext cx="4259580" cy="3489960"/>
          </a:xfrm>
        </p:spPr>
        <p:txBody>
          <a:bodyPr/>
          <a:lstStyle>
            <a:lvl1pPr algn="l">
              <a:defRPr sz="2400"/>
            </a:lvl1pPr>
            <a:lvl2pPr algn="l">
              <a:defRPr sz="2000"/>
            </a:lvl2pPr>
            <a:lvl3pPr algn="l">
              <a:defRPr sz="1800"/>
            </a:lvl3pPr>
            <a:lvl4pPr algn="l">
              <a:defRPr sz="1600"/>
            </a:lvl4pPr>
            <a:lvl5pPr algn="l">
              <a:defRPr sz="1600"/>
            </a:lvl5pPr>
            <a:extLst/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5039850" y="1447800"/>
            <a:ext cx="4259580" cy="3489960"/>
          </a:xfrm>
        </p:spPr>
        <p:txBody>
          <a:bodyPr/>
          <a:lstStyle>
            <a:lvl1pPr algn="l">
              <a:defRPr sz="2400"/>
            </a:lvl1pPr>
            <a:lvl2pPr algn="l">
              <a:defRPr sz="2000"/>
            </a:lvl2pPr>
            <a:lvl3pPr algn="l">
              <a:defRPr sz="1800"/>
            </a:lvl3pPr>
            <a:lvl4pPr algn="l">
              <a:defRPr sz="1600"/>
            </a:lvl4pPr>
            <a:lvl5pPr algn="l">
              <a:defRPr sz="1600"/>
            </a:lvl5pPr>
            <a:extLst/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7" name="日期版面配置區 24">
            <a:extLst>
              <a:ext uri="{FF2B5EF4-FFF2-40B4-BE49-F238E27FC236}">
                <a16:creationId xmlns:a16="http://schemas.microsoft.com/office/drawing/2014/main" id="{D59A3992-4946-40E9-BF41-599BB0EC9A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41ED03-3CEA-41E6-A630-EA572A0CDC61}" type="datetimeFigureOut">
              <a:rPr lang="zh-TW" altLang="en-US"/>
              <a:pPr>
                <a:defRPr/>
              </a:pPr>
              <a:t>2026/2/22</a:t>
            </a:fld>
            <a:endParaRPr lang="zh-TW" altLang="en-US"/>
          </a:p>
        </p:txBody>
      </p:sp>
      <p:sp>
        <p:nvSpPr>
          <p:cNvPr id="8" name="頁尾版面配置區 17">
            <a:extLst>
              <a:ext uri="{FF2B5EF4-FFF2-40B4-BE49-F238E27FC236}">
                <a16:creationId xmlns:a16="http://schemas.microsoft.com/office/drawing/2014/main" id="{27B1B19F-5E6C-4C56-855C-8BBD84ECE8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投影片編號版面配置區 4">
            <a:extLst>
              <a:ext uri="{FF2B5EF4-FFF2-40B4-BE49-F238E27FC236}">
                <a16:creationId xmlns:a16="http://schemas.microsoft.com/office/drawing/2014/main" id="{F84310CC-10D8-4854-B21F-81515AF384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0CB73C-E696-4CEA-B520-E737A94380E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286092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日期版面配置區 24">
            <a:extLst>
              <a:ext uri="{FF2B5EF4-FFF2-40B4-BE49-F238E27FC236}">
                <a16:creationId xmlns:a16="http://schemas.microsoft.com/office/drawing/2014/main" id="{889567A5-35BE-4CD6-9914-70DE18F683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D811D8C-7BE7-4CA6-A948-627B9752D440}" type="datetimeFigureOut">
              <a:rPr lang="zh-TW" altLang="en-US"/>
              <a:pPr>
                <a:defRPr/>
              </a:pPr>
              <a:t>2026/2/22</a:t>
            </a:fld>
            <a:endParaRPr lang="zh-TW" altLang="en-US"/>
          </a:p>
        </p:txBody>
      </p:sp>
      <p:sp>
        <p:nvSpPr>
          <p:cNvPr id="4" name="頁尾版面配置區 17">
            <a:extLst>
              <a:ext uri="{FF2B5EF4-FFF2-40B4-BE49-F238E27FC236}">
                <a16:creationId xmlns:a16="http://schemas.microsoft.com/office/drawing/2014/main" id="{761BA9E0-C578-460F-98AD-1532812894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2D764611-299A-48B6-8086-A8242F532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E3D454-A112-4C85-8E60-7462ECC1877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707038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圓角矩形 1">
            <a:extLst>
              <a:ext uri="{FF2B5EF4-FFF2-40B4-BE49-F238E27FC236}">
                <a16:creationId xmlns:a16="http://schemas.microsoft.com/office/drawing/2014/main" id="{778B5982-EBFF-4A7F-B9A1-937C45F1B400}"/>
              </a:ext>
            </a:extLst>
          </p:cNvPr>
          <p:cNvSpPr/>
          <p:nvPr/>
        </p:nvSpPr>
        <p:spPr>
          <a:xfrm>
            <a:off x="330200" y="328613"/>
            <a:ext cx="9244013" cy="6197600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en-US"/>
          </a:p>
        </p:txBody>
      </p:sp>
      <p:sp>
        <p:nvSpPr>
          <p:cNvPr id="3" name="日期版面配置區 1">
            <a:extLst>
              <a:ext uri="{FF2B5EF4-FFF2-40B4-BE49-F238E27FC236}">
                <a16:creationId xmlns:a16="http://schemas.microsoft.com/office/drawing/2014/main" id="{1445C74B-33E8-4873-AB86-32DD175DFF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7496BF58-F953-4D1C-BD45-C87EF4C43DFA}" type="datetimeFigureOut">
              <a:rPr lang="zh-TW" altLang="en-US"/>
              <a:pPr>
                <a:defRPr/>
              </a:pPr>
              <a:t>2026/2/22</a:t>
            </a:fld>
            <a:endParaRPr lang="zh-TW" altLang="en-US"/>
          </a:p>
        </p:txBody>
      </p:sp>
      <p:sp>
        <p:nvSpPr>
          <p:cNvPr id="4" name="頁尾版面配置區 2">
            <a:extLst>
              <a:ext uri="{FF2B5EF4-FFF2-40B4-BE49-F238E27FC236}">
                <a16:creationId xmlns:a16="http://schemas.microsoft.com/office/drawing/2014/main" id="{AE06E77A-4738-4B3F-AFC6-ECB38F4F09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3">
            <a:extLst>
              <a:ext uri="{FF2B5EF4-FFF2-40B4-BE49-F238E27FC236}">
                <a16:creationId xmlns:a16="http://schemas.microsoft.com/office/drawing/2014/main" id="{9C2BA97C-2C40-45B3-8D41-EA10E49D2E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69A2E4-192C-470E-B41E-3AD8F8B49BE0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98293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00349" y="533400"/>
            <a:ext cx="3219450" cy="914400"/>
          </a:xfrm>
        </p:spPr>
        <p:txBody>
          <a:bodyPr/>
          <a:lstStyle>
            <a:lvl1pPr algn="l">
              <a:buNone/>
              <a:defRPr sz="2200" b="1">
                <a:solidFill>
                  <a:schemeClr val="accent1"/>
                </a:solidFill>
              </a:defRPr>
            </a:lvl1pPr>
            <a:extLst/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2"/>
          </p:nvPr>
        </p:nvSpPr>
        <p:spPr>
          <a:xfrm>
            <a:off x="6000418" y="1447802"/>
            <a:ext cx="3219450" cy="4206112"/>
          </a:xfrm>
        </p:spPr>
        <p:txBody>
          <a:bodyPr lIns="91440"/>
          <a:lstStyle>
            <a:lvl1pPr marL="18288" marR="18288" indent="0"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  <a:lvl2pPr>
              <a:buNone/>
              <a:defRPr sz="1200">
                <a:solidFill>
                  <a:schemeClr val="tx1"/>
                </a:solidFill>
              </a:defRPr>
            </a:lvl2pPr>
            <a:lvl3pPr>
              <a:buNone/>
              <a:defRPr sz="1000">
                <a:solidFill>
                  <a:schemeClr val="tx1"/>
                </a:solidFill>
              </a:defRPr>
            </a:lvl3pPr>
            <a:lvl4pPr>
              <a:buNone/>
              <a:defRPr sz="900">
                <a:solidFill>
                  <a:schemeClr val="tx1"/>
                </a:solidFill>
              </a:defRPr>
            </a:lvl4pPr>
            <a:lvl5pPr>
              <a:buNone/>
              <a:defRPr sz="900">
                <a:solidFill>
                  <a:schemeClr val="tx1"/>
                </a:solidFill>
              </a:defRPr>
            </a:lvl5pPr>
            <a:extLst/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1"/>
          </p:nvPr>
        </p:nvSpPr>
        <p:spPr>
          <a:xfrm>
            <a:off x="824820" y="930144"/>
            <a:ext cx="5011672" cy="4724402"/>
          </a:xfrm>
        </p:spPr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  <a:lvl2pPr>
              <a:defRPr sz="2600">
                <a:solidFill>
                  <a:schemeClr val="tx1"/>
                </a:solidFill>
              </a:defRPr>
            </a:lvl2pPr>
            <a:lvl3pPr>
              <a:defRPr sz="2400">
                <a:solidFill>
                  <a:schemeClr val="tx1"/>
                </a:solidFill>
              </a:defRPr>
            </a:lvl3pPr>
            <a:lvl4pPr>
              <a:defRPr sz="2000">
                <a:solidFill>
                  <a:schemeClr val="tx1"/>
                </a:solidFill>
              </a:defRPr>
            </a:lvl4pPr>
            <a:lvl5pPr>
              <a:defRPr sz="2000">
                <a:solidFill>
                  <a:schemeClr val="tx1"/>
                </a:solidFill>
              </a:defRPr>
            </a:lvl5pPr>
            <a:lvl6pPr>
              <a:buNone/>
              <a:defRPr/>
            </a:lvl6pPr>
            <a:extLst/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5" name="日期版面配置區 24">
            <a:extLst>
              <a:ext uri="{FF2B5EF4-FFF2-40B4-BE49-F238E27FC236}">
                <a16:creationId xmlns:a16="http://schemas.microsoft.com/office/drawing/2014/main" id="{661BB7C4-01C3-4E7D-9284-EA58702C3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691A83-6B09-44AD-A933-1E391FABE171}" type="datetimeFigureOut">
              <a:rPr lang="zh-TW" altLang="en-US"/>
              <a:pPr>
                <a:defRPr/>
              </a:pPr>
              <a:t>2026/2/22</a:t>
            </a:fld>
            <a:endParaRPr lang="zh-TW" altLang="en-US"/>
          </a:p>
        </p:txBody>
      </p:sp>
      <p:sp>
        <p:nvSpPr>
          <p:cNvPr id="6" name="頁尾版面配置區 17">
            <a:extLst>
              <a:ext uri="{FF2B5EF4-FFF2-40B4-BE49-F238E27FC236}">
                <a16:creationId xmlns:a16="http://schemas.microsoft.com/office/drawing/2014/main" id="{F2DC9553-50E6-456E-8466-E5FE10F10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4">
            <a:extLst>
              <a:ext uri="{FF2B5EF4-FFF2-40B4-BE49-F238E27FC236}">
                <a16:creationId xmlns:a16="http://schemas.microsoft.com/office/drawing/2014/main" id="{F5916334-238E-40A0-8B4B-6A2811ABD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23051E-2D4C-40E8-B846-B5F232D704E9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832740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圓角矩形 1">
            <a:extLst>
              <a:ext uri="{FF2B5EF4-FFF2-40B4-BE49-F238E27FC236}">
                <a16:creationId xmlns:a16="http://schemas.microsoft.com/office/drawing/2014/main" id="{2192C259-E861-433F-9EAC-E94CB7280D6B}"/>
              </a:ext>
            </a:extLst>
          </p:cNvPr>
          <p:cNvSpPr/>
          <p:nvPr/>
        </p:nvSpPr>
        <p:spPr>
          <a:xfrm>
            <a:off x="330200" y="328613"/>
            <a:ext cx="9244013" cy="6197600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en-US"/>
          </a:p>
        </p:txBody>
      </p:sp>
      <p:sp>
        <p:nvSpPr>
          <p:cNvPr id="6" name="圓角化單一角落矩形 2">
            <a:extLst>
              <a:ext uri="{FF2B5EF4-FFF2-40B4-BE49-F238E27FC236}">
                <a16:creationId xmlns:a16="http://schemas.microsoft.com/office/drawing/2014/main" id="{885CA21E-921E-4B30-B5C6-682E48DE8503}"/>
              </a:ext>
            </a:extLst>
          </p:cNvPr>
          <p:cNvSpPr/>
          <p:nvPr/>
        </p:nvSpPr>
        <p:spPr>
          <a:xfrm>
            <a:off x="6934200" y="433388"/>
            <a:ext cx="2517775" cy="4343400"/>
          </a:xfrm>
          <a:prstGeom prst="round1Rect">
            <a:avLst>
              <a:gd name="adj" fmla="val 2748"/>
            </a:avLst>
          </a:prstGeom>
          <a:solidFill>
            <a:srgbClr val="1C1C1C"/>
          </a:soli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en-US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95300" y="5012056"/>
            <a:ext cx="8915400" cy="1051560"/>
          </a:xfrm>
        </p:spPr>
        <p:txBody>
          <a:bodyPr anchor="t"/>
          <a:lstStyle>
            <a:lvl1pPr algn="l">
              <a:buNone/>
              <a:defRPr sz="3600" b="0">
                <a:solidFill>
                  <a:schemeClr val="bg2">
                    <a:shade val="25000"/>
                  </a:schemeClr>
                </a:solidFill>
                <a:effectLst/>
              </a:defRPr>
            </a:lvl1pPr>
            <a:extLst/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 bwMode="grayWhite">
          <a:xfrm>
            <a:off x="7001271" y="533400"/>
            <a:ext cx="2426970" cy="4211480"/>
          </a:xfrm>
        </p:spPr>
        <p:txBody>
          <a:bodyPr lIns="91440"/>
          <a:lstStyle>
            <a:lvl1pPr marL="45720" indent="0" algn="l">
              <a:spcBef>
                <a:spcPts val="0"/>
              </a:spcBef>
              <a:buNone/>
              <a:defRPr sz="1400">
                <a:solidFill>
                  <a:srgbClr val="FFFFFF"/>
                </a:solidFill>
              </a:defRPr>
            </a:lvl1pPr>
            <a:lvl2pPr>
              <a:defRPr sz="1200">
                <a:solidFill>
                  <a:srgbClr val="FFFFFF"/>
                </a:solidFill>
              </a:defRPr>
            </a:lvl2pPr>
            <a:lvl3pPr>
              <a:defRPr sz="1000">
                <a:solidFill>
                  <a:srgbClr val="FFFFFF"/>
                </a:solidFill>
              </a:defRPr>
            </a:lvl3pPr>
            <a:lvl4pPr>
              <a:defRPr sz="900">
                <a:solidFill>
                  <a:srgbClr val="FFFFFF"/>
                </a:solidFill>
              </a:defRPr>
            </a:lvl4pPr>
            <a:lvl5pPr>
              <a:defRPr sz="900">
                <a:solidFill>
                  <a:srgbClr val="FFFFFF"/>
                </a:solidFill>
              </a:defRPr>
            </a:lvl5pPr>
            <a:extLst/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456603" y="435768"/>
            <a:ext cx="6419088" cy="4343400"/>
          </a:xfrm>
          <a:prstGeom prst="snipRoundRect">
            <a:avLst>
              <a:gd name="adj1" fmla="val 1040"/>
              <a:gd name="adj2" fmla="val 0"/>
            </a:avLst>
          </a:prstGeom>
          <a:solidFill>
            <a:schemeClr val="bg2">
              <a:shade val="10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3200"/>
            </a:lvl1pPr>
            <a:extLst/>
          </a:lstStyle>
          <a:p>
            <a:pPr lvl="0"/>
            <a:r>
              <a:rPr lang="zh-TW" altLang="en-US" noProof="0"/>
              <a:t>按一下圖示以新增圖片</a:t>
            </a:r>
            <a:endParaRPr lang="en-US" noProof="0"/>
          </a:p>
        </p:txBody>
      </p:sp>
      <p:sp>
        <p:nvSpPr>
          <p:cNvPr id="7" name="日期版面配置區 4">
            <a:extLst>
              <a:ext uri="{FF2B5EF4-FFF2-40B4-BE49-F238E27FC236}">
                <a16:creationId xmlns:a16="http://schemas.microsoft.com/office/drawing/2014/main" id="{BDE3FA5F-A33D-41E6-A86B-0DF3F59C5D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A06FF7F2-4146-4F59-B0F7-648727D89315}" type="datetimeFigureOut">
              <a:rPr lang="zh-TW" altLang="en-US"/>
              <a:pPr>
                <a:defRPr/>
              </a:pPr>
              <a:t>2026/2/22</a:t>
            </a:fld>
            <a:endParaRPr lang="zh-TW" altLang="en-US"/>
          </a:p>
        </p:txBody>
      </p:sp>
      <p:sp>
        <p:nvSpPr>
          <p:cNvPr id="8" name="頁尾版面配置區 5">
            <a:extLst>
              <a:ext uri="{FF2B5EF4-FFF2-40B4-BE49-F238E27FC236}">
                <a16:creationId xmlns:a16="http://schemas.microsoft.com/office/drawing/2014/main" id="{A32E258F-7A26-404F-9C54-B2A0DB820D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投影片編號版面配置區 6">
            <a:extLst>
              <a:ext uri="{FF2B5EF4-FFF2-40B4-BE49-F238E27FC236}">
                <a16:creationId xmlns:a16="http://schemas.microsoft.com/office/drawing/2014/main" id="{F1BC23CB-A880-4CA1-9942-253EA5CF75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87792A-12AC-4E26-BCFC-E2A3C81B876F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589596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44830" y="4983480"/>
            <a:ext cx="8865870" cy="105156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544830" y="530352"/>
            <a:ext cx="8865870" cy="4187952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日期版面配置區 24">
            <a:extLst>
              <a:ext uri="{FF2B5EF4-FFF2-40B4-BE49-F238E27FC236}">
                <a16:creationId xmlns:a16="http://schemas.microsoft.com/office/drawing/2014/main" id="{66076EEF-B1F6-4072-B406-0B46877761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BCEFCAB-B0C1-4309-8A87-290F275CF210}" type="datetimeFigureOut">
              <a:rPr lang="zh-TW" altLang="en-US"/>
              <a:pPr>
                <a:defRPr/>
              </a:pPr>
              <a:t>2026/2/22</a:t>
            </a:fld>
            <a:endParaRPr lang="zh-TW" altLang="en-US"/>
          </a:p>
        </p:txBody>
      </p:sp>
      <p:sp>
        <p:nvSpPr>
          <p:cNvPr id="5" name="頁尾版面配置區 17">
            <a:extLst>
              <a:ext uri="{FF2B5EF4-FFF2-40B4-BE49-F238E27FC236}">
                <a16:creationId xmlns:a16="http://schemas.microsoft.com/office/drawing/2014/main" id="{B68382BD-2682-4A82-98BB-DA476BD65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4">
            <a:extLst>
              <a:ext uri="{FF2B5EF4-FFF2-40B4-BE49-F238E27FC236}">
                <a16:creationId xmlns:a16="http://schemas.microsoft.com/office/drawing/2014/main" id="{507491C8-8773-46CE-A1EE-5911AB3D0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70393B3-9B00-42EA-A490-99FF238A0A4A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423320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7181850" y="533405"/>
            <a:ext cx="2146300" cy="5257799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577850" y="533403"/>
            <a:ext cx="6438900" cy="5257801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日期版面配置區 24">
            <a:extLst>
              <a:ext uri="{FF2B5EF4-FFF2-40B4-BE49-F238E27FC236}">
                <a16:creationId xmlns:a16="http://schemas.microsoft.com/office/drawing/2014/main" id="{1A6BBD4A-D574-46A7-AB59-B85F0D2A4A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167A6B-AF40-4D03-A13A-D7003E4F97EA}" type="datetimeFigureOut">
              <a:rPr lang="zh-TW" altLang="en-US"/>
              <a:pPr>
                <a:defRPr/>
              </a:pPr>
              <a:t>2026/2/22</a:t>
            </a:fld>
            <a:endParaRPr lang="zh-TW" altLang="en-US"/>
          </a:p>
        </p:txBody>
      </p:sp>
      <p:sp>
        <p:nvSpPr>
          <p:cNvPr id="5" name="頁尾版面配置區 17">
            <a:extLst>
              <a:ext uri="{FF2B5EF4-FFF2-40B4-BE49-F238E27FC236}">
                <a16:creationId xmlns:a16="http://schemas.microsoft.com/office/drawing/2014/main" id="{B19BB3D1-0755-44DA-A239-3E443D2AB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4">
            <a:extLst>
              <a:ext uri="{FF2B5EF4-FFF2-40B4-BE49-F238E27FC236}">
                <a16:creationId xmlns:a16="http://schemas.microsoft.com/office/drawing/2014/main" id="{44F2C0E3-0ECA-449E-9E49-B7DF05125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2C9E70-1891-43E1-84AC-F9020C09D13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168383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圓角矩形 6">
            <a:extLst>
              <a:ext uri="{FF2B5EF4-FFF2-40B4-BE49-F238E27FC236}">
                <a16:creationId xmlns:a16="http://schemas.microsoft.com/office/drawing/2014/main" id="{57DF7491-4EEF-4D25-986B-F68E4384EB1A}"/>
              </a:ext>
            </a:extLst>
          </p:cNvPr>
          <p:cNvSpPr/>
          <p:nvPr/>
        </p:nvSpPr>
        <p:spPr>
          <a:xfrm>
            <a:off x="330200" y="328613"/>
            <a:ext cx="9244013" cy="6197600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en-US"/>
          </a:p>
        </p:txBody>
      </p:sp>
      <p:grpSp>
        <p:nvGrpSpPr>
          <p:cNvPr id="1027" name="圓角矩形 8">
            <a:extLst>
              <a:ext uri="{FF2B5EF4-FFF2-40B4-BE49-F238E27FC236}">
                <a16:creationId xmlns:a16="http://schemas.microsoft.com/office/drawing/2014/main" id="{53DFC483-8B2E-4E1E-98DF-CC64F2847C13}"/>
              </a:ext>
            </a:extLst>
          </p:cNvPr>
          <p:cNvGrpSpPr>
            <a:grpSpLocks/>
          </p:cNvGrpSpPr>
          <p:nvPr/>
        </p:nvGrpSpPr>
        <p:grpSpPr bwMode="auto">
          <a:xfrm>
            <a:off x="454025" y="431800"/>
            <a:ext cx="8997950" cy="5499100"/>
            <a:chOff x="264" y="272"/>
            <a:chExt cx="5232" cy="3464"/>
          </a:xfrm>
        </p:grpSpPr>
        <p:pic>
          <p:nvPicPr>
            <p:cNvPr id="1033" name="圓角矩形 8">
              <a:extLst>
                <a:ext uri="{FF2B5EF4-FFF2-40B4-BE49-F238E27FC236}">
                  <a16:creationId xmlns:a16="http://schemas.microsoft.com/office/drawing/2014/main" id="{B93D1FCE-714B-46B8-BC01-45DDB3454E62}"/>
                </a:ext>
              </a:extLst>
            </p:cNvPr>
            <p:cNvPicPr>
              <a:picLocks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4" y="272"/>
              <a:ext cx="5232" cy="34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28" name="Text Box 4">
              <a:extLst>
                <a:ext uri="{FF2B5EF4-FFF2-40B4-BE49-F238E27FC236}">
                  <a16:creationId xmlns:a16="http://schemas.microsoft.com/office/drawing/2014/main" id="{89E5340E-CE75-4BDD-B825-E0EA9768661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5" y="295"/>
              <a:ext cx="5190" cy="3413"/>
            </a:xfrm>
            <a:prstGeom prst="rect">
              <a:avLst/>
            </a:prstGeom>
            <a:noFill/>
            <a:ln>
              <a:noFill/>
            </a:ln>
          </p:spPr>
          <p:txBody>
            <a:bodyPr anchor="ctr"/>
            <a:lstStyle>
              <a:lvl1pPr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defRPr/>
              </a:pPr>
              <a:endParaRPr kumimoji="0" lang="en-US" altLang="zh-TW">
                <a:solidFill>
                  <a:srgbClr val="FFFFFF"/>
                </a:solidFill>
                <a:latin typeface="Verdana" panose="020B0604030504040204" pitchFamily="34" charset="0"/>
              </a:endParaRPr>
            </a:p>
          </p:txBody>
        </p:sp>
      </p:grpSp>
      <p:sp>
        <p:nvSpPr>
          <p:cNvPr id="13" name="標題版面配置區 12">
            <a:extLst>
              <a:ext uri="{FF2B5EF4-FFF2-40B4-BE49-F238E27FC236}">
                <a16:creationId xmlns:a16="http://schemas.microsoft.com/office/drawing/2014/main" id="{210574DA-9FEE-455A-9AFD-FBFB083A03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4513" y="4986338"/>
            <a:ext cx="8866187" cy="1050925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1029" name="文字版面配置區 3">
            <a:extLst>
              <a:ext uri="{FF2B5EF4-FFF2-40B4-BE49-F238E27FC236}">
                <a16:creationId xmlns:a16="http://schemas.microsoft.com/office/drawing/2014/main" id="{D49408EF-2C7C-48A8-B132-60864E4B2F9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544513" y="530225"/>
            <a:ext cx="8866187" cy="4187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82880" tIns="9144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altLang="zh-TW"/>
          </a:p>
        </p:txBody>
      </p:sp>
      <p:sp>
        <p:nvSpPr>
          <p:cNvPr id="25" name="日期版面配置區 24">
            <a:extLst>
              <a:ext uri="{FF2B5EF4-FFF2-40B4-BE49-F238E27FC236}">
                <a16:creationId xmlns:a16="http://schemas.microsoft.com/office/drawing/2014/main" id="{2D428CFA-A92D-4511-8375-2DEFD073B7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090988" y="6111875"/>
            <a:ext cx="2476500" cy="365125"/>
          </a:xfrm>
          <a:prstGeom prst="rect">
            <a:avLst/>
          </a:prstGeom>
        </p:spPr>
        <p:txBody>
          <a:bodyPr vert="horz" anchor="b"/>
          <a:lstStyle>
            <a:lvl1pPr algn="r" eaLnBrk="1" fontAlgn="auto" latinLnBrk="0" hangingPunct="1">
              <a:spcBef>
                <a:spcPts val="0"/>
              </a:spcBef>
              <a:spcAft>
                <a:spcPts val="0"/>
              </a:spcAft>
              <a:defRPr kumimoji="0" sz="1000">
                <a:solidFill>
                  <a:schemeClr val="bg2">
                    <a:shade val="50000"/>
                  </a:schemeClr>
                </a:solidFill>
                <a:latin typeface="+mn-lt"/>
                <a:ea typeface="+mn-ea"/>
              </a:defRPr>
            </a:lvl1pPr>
            <a:extLst/>
          </a:lstStyle>
          <a:p>
            <a:pPr>
              <a:defRPr/>
            </a:pPr>
            <a:fld id="{1CE71776-5F07-44E7-8E80-46D096FFB7A7}" type="datetimeFigureOut">
              <a:rPr lang="zh-TW" altLang="en-US"/>
              <a:pPr>
                <a:defRPr/>
              </a:pPr>
              <a:t>2026/2/22</a:t>
            </a:fld>
            <a:endParaRPr lang="zh-TW" altLang="en-US"/>
          </a:p>
        </p:txBody>
      </p:sp>
      <p:sp>
        <p:nvSpPr>
          <p:cNvPr id="18" name="頁尾版面配置區 17">
            <a:extLst>
              <a:ext uri="{FF2B5EF4-FFF2-40B4-BE49-F238E27FC236}">
                <a16:creationId xmlns:a16="http://schemas.microsoft.com/office/drawing/2014/main" id="{C74EAA99-A81C-4277-80AD-169EF215A2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567488" y="6111875"/>
            <a:ext cx="2476500" cy="365125"/>
          </a:xfrm>
          <a:prstGeom prst="rect">
            <a:avLst/>
          </a:prstGeom>
        </p:spPr>
        <p:txBody>
          <a:bodyPr vert="horz" anchor="b"/>
          <a:lstStyle>
            <a:lvl1pPr algn="l" eaLnBrk="1" fontAlgn="auto" latinLnBrk="0" hangingPunct="1">
              <a:spcBef>
                <a:spcPts val="0"/>
              </a:spcBef>
              <a:spcAft>
                <a:spcPts val="0"/>
              </a:spcAft>
              <a:defRPr kumimoji="0" sz="1000">
                <a:solidFill>
                  <a:schemeClr val="bg2">
                    <a:shade val="50000"/>
                  </a:schemeClr>
                </a:solidFill>
                <a:latin typeface="+mn-lt"/>
                <a:ea typeface="+mn-ea"/>
              </a:defRPr>
            </a:lvl1pPr>
            <a:extLst/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60E631B9-90F7-4982-B53A-1437FCDC90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43988" y="6111875"/>
            <a:ext cx="495300" cy="365125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kumimoji="0" sz="1000">
                <a:solidFill>
                  <a:srgbClr val="A7A399"/>
                </a:solidFill>
                <a:latin typeface="Verdana" panose="020B0604030504040204" pitchFamily="34" charset="0"/>
                <a:ea typeface="微軟正黑體" panose="020B0604030504040204" pitchFamily="34" charset="-120"/>
              </a:defRPr>
            </a:lvl1pPr>
          </a:lstStyle>
          <a:p>
            <a:pPr>
              <a:defRPr/>
            </a:pPr>
            <a:fld id="{F27D42EF-33DF-4DB9-A8A7-527E7D350BB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9" r:id="rId1"/>
    <p:sldLayoutId id="2147483840" r:id="rId2"/>
    <p:sldLayoutId id="2147483832" r:id="rId3"/>
    <p:sldLayoutId id="2147483841" r:id="rId4"/>
    <p:sldLayoutId id="2147483833" r:id="rId5"/>
    <p:sldLayoutId id="2147483834" r:id="rId6"/>
    <p:sldLayoutId id="2147483835" r:id="rId7"/>
    <p:sldLayoutId id="2147483842" r:id="rId8"/>
    <p:sldLayoutId id="2147483836" r:id="rId9"/>
    <p:sldLayoutId id="2147483843" r:id="rId10"/>
    <p:sldLayoutId id="2147483837" r:id="rId11"/>
    <p:sldLayoutId id="2147483838" r:id="rId1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b="1" kern="1200">
          <a:solidFill>
            <a:srgbClr val="FF8D3E"/>
          </a:solidFill>
          <a:effectLst>
            <a:outerShdw blurRad="53975" dist="22860" dir="5400000" algn="tl" rotWithShape="0">
              <a:srgbClr val="000000">
                <a:alpha val="55000"/>
              </a:srgbClr>
            </a:outerShdw>
          </a:effectLst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FF8D3E"/>
          </a:solidFill>
          <a:latin typeface="Verdana" pitchFamily="34" charset="0"/>
          <a:ea typeface="微軟正黑體" pitchFamily="34" charset="-12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FF8D3E"/>
          </a:solidFill>
          <a:latin typeface="Verdana" pitchFamily="34" charset="0"/>
          <a:ea typeface="微軟正黑體" pitchFamily="34" charset="-12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FF8D3E"/>
          </a:solidFill>
          <a:latin typeface="Verdana" pitchFamily="34" charset="0"/>
          <a:ea typeface="微軟正黑體" pitchFamily="34" charset="-12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FF8D3E"/>
          </a:solidFill>
          <a:latin typeface="Verdana" pitchFamily="34" charset="0"/>
          <a:ea typeface="微軟正黑體" pitchFamily="34" charset="-120"/>
        </a:defRPr>
      </a:lvl5pPr>
      <a:lvl6pPr marL="457200" algn="l" rtl="0" fontAlgn="base">
        <a:spcBef>
          <a:spcPct val="0"/>
        </a:spcBef>
        <a:spcAft>
          <a:spcPct val="0"/>
        </a:spcAft>
        <a:defRPr sz="3600" b="1">
          <a:solidFill>
            <a:srgbClr val="FF8D3E"/>
          </a:solidFill>
          <a:latin typeface="Verdana" pitchFamily="34" charset="0"/>
          <a:ea typeface="微軟正黑體" pitchFamily="34" charset="-120"/>
        </a:defRPr>
      </a:lvl6pPr>
      <a:lvl7pPr marL="914400" algn="l" rtl="0" fontAlgn="base">
        <a:spcBef>
          <a:spcPct val="0"/>
        </a:spcBef>
        <a:spcAft>
          <a:spcPct val="0"/>
        </a:spcAft>
        <a:defRPr sz="3600" b="1">
          <a:solidFill>
            <a:srgbClr val="FF8D3E"/>
          </a:solidFill>
          <a:latin typeface="Verdana" pitchFamily="34" charset="0"/>
          <a:ea typeface="微軟正黑體" pitchFamily="34" charset="-120"/>
        </a:defRPr>
      </a:lvl7pPr>
      <a:lvl8pPr marL="1371600" algn="l" rtl="0" fontAlgn="base">
        <a:spcBef>
          <a:spcPct val="0"/>
        </a:spcBef>
        <a:spcAft>
          <a:spcPct val="0"/>
        </a:spcAft>
        <a:defRPr sz="3600" b="1">
          <a:solidFill>
            <a:srgbClr val="FF8D3E"/>
          </a:solidFill>
          <a:latin typeface="Verdana" pitchFamily="34" charset="0"/>
          <a:ea typeface="微軟正黑體" pitchFamily="34" charset="-120"/>
        </a:defRPr>
      </a:lvl8pPr>
      <a:lvl9pPr marL="1828800" algn="l" rtl="0" fontAlgn="base">
        <a:spcBef>
          <a:spcPct val="0"/>
        </a:spcBef>
        <a:spcAft>
          <a:spcPct val="0"/>
        </a:spcAft>
        <a:defRPr sz="3600" b="1">
          <a:solidFill>
            <a:srgbClr val="FF8D3E"/>
          </a:solidFill>
          <a:latin typeface="Verdana" pitchFamily="34" charset="0"/>
          <a:ea typeface="微軟正黑體" pitchFamily="34" charset="-120"/>
        </a:defRPr>
      </a:lvl9pPr>
      <a:extLst/>
    </p:titleStyle>
    <p:bodyStyle>
      <a:lvl1pPr marL="265113" indent="-265113" algn="l" rtl="0" eaLnBrk="0" fontAlgn="base" hangingPunct="0">
        <a:spcBef>
          <a:spcPts val="250"/>
        </a:spcBef>
        <a:spcAft>
          <a:spcPct val="0"/>
        </a:spcAft>
        <a:buClr>
          <a:schemeClr val="accent1"/>
        </a:buClr>
        <a:buSzPct val="80000"/>
        <a:buFont typeface="Wingdings 2" panose="05020102010507070707" pitchFamily="18" charset="2"/>
        <a:buChar char="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547688" indent="-200025" algn="l" rtl="0" eaLnBrk="0" fontAlgn="base" hangingPunct="0">
        <a:spcBef>
          <a:spcPts val="250"/>
        </a:spcBef>
        <a:spcAft>
          <a:spcPct val="0"/>
        </a:spcAft>
        <a:buClr>
          <a:schemeClr val="accent1"/>
        </a:buClr>
        <a:buSzPct val="100000"/>
        <a:buFont typeface="Verdana" panose="020B0604030504040204" pitchFamily="34" charset="0"/>
        <a:buChar char="◦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785813" indent="-182563" algn="l" rtl="0" eaLnBrk="0" fontAlgn="base" hangingPunct="0">
        <a:spcBef>
          <a:spcPts val="250"/>
        </a:spcBef>
        <a:spcAft>
          <a:spcPct val="0"/>
        </a:spcAft>
        <a:buClr>
          <a:srgbClr val="ED3742"/>
        </a:buClr>
        <a:buSzPct val="100000"/>
        <a:buFont typeface="Wingdings 2" panose="05020102010507070707" pitchFamily="18" charset="2"/>
        <a:buChar char="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023938" indent="-182563" algn="l" rtl="0" eaLnBrk="0" fontAlgn="base" hangingPunct="0">
        <a:spcBef>
          <a:spcPts val="225"/>
        </a:spcBef>
        <a:spcAft>
          <a:spcPct val="0"/>
        </a:spcAft>
        <a:buClr>
          <a:srgbClr val="ED3742"/>
        </a:buClr>
        <a:buSzPct val="112000"/>
        <a:buFont typeface="Verdana" panose="020B0604030504040204" pitchFamily="34" charset="0"/>
        <a:buChar char="◦"/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279525" indent="-182563" algn="l" rtl="0" eaLnBrk="0" fontAlgn="base" hangingPunct="0">
        <a:spcBef>
          <a:spcPts val="250"/>
        </a:spcBef>
        <a:spcAft>
          <a:spcPct val="0"/>
        </a:spcAft>
        <a:buClr>
          <a:srgbClr val="4A85BF"/>
        </a:buClr>
        <a:buSzPct val="100000"/>
        <a:buFont typeface="Wingdings 2" panose="05020102010507070707" pitchFamily="18" charset="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490472" indent="-182880" algn="l" rtl="0" eaLnBrk="1" latinLnBrk="0" hangingPunct="1">
        <a:spcBef>
          <a:spcPts val="250"/>
        </a:spcBef>
        <a:buClr>
          <a:schemeClr val="accent3">
            <a:tint val="85000"/>
            <a:satMod val="275000"/>
          </a:schemeClr>
        </a:buClr>
        <a:buSzPct val="100000"/>
        <a:buFont typeface="Verdana"/>
        <a:buChar char="◦"/>
        <a:defRPr kumimoji="0" sz="17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700784" indent="-182880" algn="l" rtl="0" eaLnBrk="1" latinLnBrk="0" hangingPunct="1">
        <a:spcBef>
          <a:spcPts val="255"/>
        </a:spcBef>
        <a:buClr>
          <a:schemeClr val="accent3">
            <a:tint val="85000"/>
            <a:satMod val="275000"/>
          </a:schemeClr>
        </a:buClr>
        <a:buSzPct val="100000"/>
        <a:buFont typeface="Wingdings 2"/>
        <a:buChar char="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spcBef>
          <a:spcPts val="257"/>
        </a:spcBef>
        <a:buClr>
          <a:schemeClr val="accent3">
            <a:tint val="85000"/>
            <a:satMod val="275000"/>
          </a:schemeClr>
        </a:buClr>
        <a:buSzPct val="100000"/>
        <a:buFont typeface="Verdana"/>
        <a:buChar char="◦"/>
        <a:defRPr kumimoji="0" sz="15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148840" indent="-182880" algn="l" rtl="0" eaLnBrk="1" latinLnBrk="0" hangingPunct="1">
        <a:spcBef>
          <a:spcPts val="255"/>
        </a:spcBef>
        <a:buClr>
          <a:schemeClr val="accent3">
            <a:tint val="85000"/>
            <a:satMod val="275000"/>
          </a:schemeClr>
        </a:buClr>
        <a:buSzPct val="100000"/>
        <a:buFont typeface="Wingdings 2"/>
        <a:buChar char="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文字方塊 6">
            <a:extLst>
              <a:ext uri="{FF2B5EF4-FFF2-40B4-BE49-F238E27FC236}">
                <a16:creationId xmlns:a16="http://schemas.microsoft.com/office/drawing/2014/main" id="{E2A34F02-0425-4166-8010-C112EBE58D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024" y="1630362"/>
            <a:ext cx="9197976" cy="35548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179388">
              <a:spcBef>
                <a:spcPts val="25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微軟正黑體" panose="020B0604030504040204" pitchFamily="34" charset="-120"/>
              </a:defRPr>
            </a:lvl1pPr>
            <a:lvl2pPr marL="742950" indent="-285750">
              <a:spcBef>
                <a:spcPts val="250"/>
              </a:spcBef>
              <a:buClr>
                <a:schemeClr val="accent1"/>
              </a:buClr>
              <a:buSzPct val="100000"/>
              <a:buFont typeface="Verdana" panose="020B0604030504040204" pitchFamily="34" charset="0"/>
              <a:buChar char="◦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微軟正黑體" panose="020B0604030504040204" pitchFamily="34" charset="-120"/>
              </a:defRPr>
            </a:lvl2pPr>
            <a:lvl3pPr marL="1143000" indent="-228600">
              <a:spcBef>
                <a:spcPts val="250"/>
              </a:spcBef>
              <a:buClr>
                <a:srgbClr val="ED3742"/>
              </a:buClr>
              <a:buSzPct val="100000"/>
              <a:buFont typeface="Wingdings 2" panose="05020102010507070707" pitchFamily="18" charset="2"/>
              <a:buChar char="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微軟正黑體" panose="020B0604030504040204" pitchFamily="34" charset="-120"/>
              </a:defRPr>
            </a:lvl3pPr>
            <a:lvl4pPr marL="1600200" indent="-228600">
              <a:spcBef>
                <a:spcPts val="225"/>
              </a:spcBef>
              <a:buClr>
                <a:srgbClr val="ED3742"/>
              </a:buClr>
              <a:buSzPct val="112000"/>
              <a:buFont typeface="Verdana" panose="020B0604030504040204" pitchFamily="34" charset="0"/>
              <a:buChar char="◦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微軟正黑體" panose="020B0604030504040204" pitchFamily="34" charset="-120"/>
              </a:defRPr>
            </a:lvl4pPr>
            <a:lvl5pPr marL="2057400" indent="-228600">
              <a:spcBef>
                <a:spcPts val="250"/>
              </a:spcBef>
              <a:buClr>
                <a:srgbClr val="4A85BF"/>
              </a:buClr>
              <a:buSzPct val="100000"/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微軟正黑體" panose="020B0604030504040204" pitchFamily="34" charset="-120"/>
              </a:defRPr>
            </a:lvl5pPr>
            <a:lvl6pPr marL="2514600" indent="-228600" eaLnBrk="0" fontAlgn="base" hangingPunct="0">
              <a:spcBef>
                <a:spcPts val="250"/>
              </a:spcBef>
              <a:spcAft>
                <a:spcPct val="0"/>
              </a:spcAft>
              <a:buClr>
                <a:srgbClr val="4A85BF"/>
              </a:buClr>
              <a:buSzPct val="100000"/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微軟正黑體" panose="020B0604030504040204" pitchFamily="34" charset="-120"/>
              </a:defRPr>
            </a:lvl6pPr>
            <a:lvl7pPr marL="2971800" indent="-228600" eaLnBrk="0" fontAlgn="base" hangingPunct="0">
              <a:spcBef>
                <a:spcPts val="250"/>
              </a:spcBef>
              <a:spcAft>
                <a:spcPct val="0"/>
              </a:spcAft>
              <a:buClr>
                <a:srgbClr val="4A85BF"/>
              </a:buClr>
              <a:buSzPct val="100000"/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微軟正黑體" panose="020B0604030504040204" pitchFamily="34" charset="-120"/>
              </a:defRPr>
            </a:lvl7pPr>
            <a:lvl8pPr marL="3429000" indent="-228600" eaLnBrk="0" fontAlgn="base" hangingPunct="0">
              <a:spcBef>
                <a:spcPts val="250"/>
              </a:spcBef>
              <a:spcAft>
                <a:spcPct val="0"/>
              </a:spcAft>
              <a:buClr>
                <a:srgbClr val="4A85BF"/>
              </a:buClr>
              <a:buSzPct val="100000"/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微軟正黑體" panose="020B0604030504040204" pitchFamily="34" charset="-120"/>
              </a:defRPr>
            </a:lvl8pPr>
            <a:lvl9pPr marL="3886200" indent="-228600" eaLnBrk="0" fontAlgn="base" hangingPunct="0">
              <a:spcBef>
                <a:spcPts val="250"/>
              </a:spcBef>
              <a:spcAft>
                <a:spcPct val="0"/>
              </a:spcAft>
              <a:buClr>
                <a:srgbClr val="4A85BF"/>
              </a:buClr>
              <a:buSzPct val="100000"/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微軟正黑體" panose="020B0604030504040204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ts val="600"/>
              </a:spcAft>
              <a:buClrTx/>
              <a:buSzTx/>
              <a:buFont typeface="Wingdings 2" panose="05020102010507070707" pitchFamily="18" charset="2"/>
              <a:buNone/>
            </a:pPr>
            <a:r>
              <a:rPr kumimoji="0" lang="zh-TW" altLang="en-US" sz="20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口試委員</a:t>
            </a:r>
            <a:r>
              <a:rPr kumimoji="0" lang="zh-TW" altLang="en-US" sz="20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：</a:t>
            </a:r>
            <a:endParaRPr kumimoji="0" lang="en-US" altLang="zh-TW" sz="2000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algn="ctr" eaLnBrk="1" hangingPunct="1">
              <a:spcBef>
                <a:spcPct val="0"/>
              </a:spcBef>
              <a:spcAft>
                <a:spcPts val="0"/>
              </a:spcAft>
              <a:buClrTx/>
              <a:buSzTx/>
              <a:buFont typeface="Wingdings 2" panose="05020102010507070707" pitchFamily="18" charset="2"/>
              <a:buNone/>
            </a:pPr>
            <a:r>
              <a:rPr lang="en-US" sz="20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{{</a:t>
            </a:r>
            <a:r>
              <a:rPr lang="en-US" sz="2000" dirty="0" err="1">
                <a:latin typeface="標楷體" panose="03000509000000000000" pitchFamily="65" charset="-120"/>
                <a:ea typeface="標楷體" panose="03000509000000000000" pitchFamily="65" charset="-120"/>
              </a:rPr>
              <a:t>committee_members_list</a:t>
            </a:r>
            <a:r>
              <a:rPr lang="en-US" sz="20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}}</a:t>
            </a:r>
            <a:r>
              <a:rPr kumimoji="0" lang="zh-TW" altLang="en-US" sz="20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   </a:t>
            </a:r>
            <a:endParaRPr kumimoji="0" lang="en-US" altLang="zh-TW" sz="1000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eaLnBrk="1" hangingPunct="1">
              <a:spcBef>
                <a:spcPts val="2400"/>
              </a:spcBef>
              <a:spcAft>
                <a:spcPts val="0"/>
              </a:spcAft>
              <a:buClrTx/>
              <a:buSzTx/>
              <a:buNone/>
            </a:pPr>
            <a:r>
              <a:rPr kumimoji="0"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	</a:t>
            </a:r>
            <a:r>
              <a:rPr kumimoji="0"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論文題目</a:t>
            </a:r>
            <a:r>
              <a:rPr kumimoji="0" lang="zh-TW" altLang="en-US" sz="20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：</a:t>
            </a:r>
            <a:r>
              <a:rPr 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{{</a:t>
            </a:r>
            <a:r>
              <a:rPr lang="en-US" sz="2000" dirty="0" err="1" smtClean="0">
                <a:latin typeface="標楷體" panose="03000509000000000000" pitchFamily="65" charset="-120"/>
                <a:ea typeface="標楷體" panose="03000509000000000000" pitchFamily="65" charset="-120"/>
              </a:rPr>
              <a:t>thesis_title_zh</a:t>
            </a:r>
            <a:r>
              <a:rPr lang="en-US" sz="20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}}</a:t>
            </a:r>
          </a:p>
          <a:p>
            <a:pPr marL="180000" eaLnBrk="1" hangingPunct="1">
              <a:spcBef>
                <a:spcPts val="0"/>
              </a:spcBef>
              <a:spcAft>
                <a:spcPts val="4800"/>
              </a:spcAft>
              <a:buClrTx/>
              <a:buSzTx/>
              <a:buNone/>
            </a:pPr>
            <a:r>
              <a:rPr lang="en-US" sz="20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		   {{</a:t>
            </a:r>
            <a:r>
              <a:rPr lang="en-US" sz="2000" dirty="0" err="1" smtClean="0">
                <a:latin typeface="標楷體" panose="03000509000000000000" pitchFamily="65" charset="-120"/>
                <a:ea typeface="標楷體" panose="03000509000000000000" pitchFamily="65" charset="-120"/>
              </a:rPr>
              <a:t>thesis_title_en</a:t>
            </a:r>
            <a:r>
              <a:rPr lang="en-US" sz="20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}}</a:t>
            </a:r>
            <a:endParaRPr lang="en-US" sz="2000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eaLnBrk="1" hangingPunct="1">
              <a:spcBef>
                <a:spcPct val="0"/>
              </a:spcBef>
              <a:spcAft>
                <a:spcPts val="0"/>
              </a:spcAft>
              <a:buClrTx/>
              <a:buSzTx/>
              <a:buNone/>
            </a:pPr>
            <a:r>
              <a:rPr kumimoji="0" lang="zh-TW" altLang="en-US" sz="20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r>
              <a:rPr kumimoji="0" lang="en-US" altLang="zh-TW" sz="20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	</a:t>
            </a:r>
            <a:r>
              <a:rPr kumimoji="0" lang="zh-TW" altLang="en-US" sz="20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研 究 生：</a:t>
            </a:r>
            <a:r>
              <a:rPr lang="en-US" sz="20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{{</a:t>
            </a:r>
            <a:r>
              <a:rPr lang="en-US" sz="2000" dirty="0" err="1" smtClean="0">
                <a:latin typeface="標楷體" panose="03000509000000000000" pitchFamily="65" charset="-120"/>
                <a:ea typeface="標楷體" panose="03000509000000000000" pitchFamily="65" charset="-120"/>
              </a:rPr>
              <a:t>student_name</a:t>
            </a:r>
            <a:r>
              <a:rPr lang="en-US" sz="20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}} ({{</a:t>
            </a:r>
            <a:r>
              <a:rPr lang="en-US" sz="2000" dirty="0" err="1" smtClean="0">
                <a:latin typeface="標楷體" panose="03000509000000000000" pitchFamily="65" charset="-120"/>
                <a:ea typeface="標楷體" panose="03000509000000000000" pitchFamily="65" charset="-120"/>
              </a:rPr>
              <a:t>student_id</a:t>
            </a:r>
            <a:r>
              <a:rPr lang="en-US" sz="20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}})</a:t>
            </a:r>
          </a:p>
          <a:p>
            <a:pPr eaLnBrk="1" hangingPunct="1">
              <a:spcBef>
                <a:spcPct val="0"/>
              </a:spcBef>
              <a:spcAft>
                <a:spcPts val="0"/>
              </a:spcAft>
              <a:buClrTx/>
              <a:buSzTx/>
              <a:buNone/>
            </a:pPr>
            <a:r>
              <a:rPr kumimoji="0"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	</a:t>
            </a:r>
            <a:r>
              <a:rPr kumimoji="0" lang="zh-TW" altLang="en-US" sz="20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指導教授：</a:t>
            </a:r>
            <a:r>
              <a:rPr 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{{</a:t>
            </a:r>
            <a:r>
              <a:rPr lang="en-US" sz="2000" dirty="0" err="1">
                <a:latin typeface="標楷體" panose="03000509000000000000" pitchFamily="65" charset="-120"/>
                <a:ea typeface="標楷體" panose="03000509000000000000" pitchFamily="65" charset="-120"/>
              </a:rPr>
              <a:t>advisor_full_text</a:t>
            </a:r>
            <a:r>
              <a:rPr lang="en-US" sz="20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}}</a:t>
            </a:r>
          </a:p>
          <a:p>
            <a:pPr eaLnBrk="1" hangingPunct="1">
              <a:spcBef>
                <a:spcPct val="0"/>
              </a:spcBef>
              <a:spcAft>
                <a:spcPts val="0"/>
              </a:spcAft>
              <a:buClrTx/>
              <a:buSzTx/>
              <a:buNone/>
            </a:pPr>
            <a:r>
              <a:rPr kumimoji="0"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	</a:t>
            </a:r>
            <a:r>
              <a:rPr kumimoji="0" lang="zh-TW" altLang="en-US" sz="20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口試</a:t>
            </a:r>
            <a:r>
              <a:rPr kumimoji="0"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地點</a:t>
            </a:r>
            <a:r>
              <a:rPr kumimoji="0" lang="zh-TW" altLang="en-US" sz="20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：</a:t>
            </a:r>
            <a:r>
              <a:rPr 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{{</a:t>
            </a:r>
            <a:r>
              <a:rPr lang="en-US" sz="2000" dirty="0" err="1">
                <a:latin typeface="標楷體" panose="03000509000000000000" pitchFamily="65" charset="-120"/>
                <a:ea typeface="標楷體" panose="03000509000000000000" pitchFamily="65" charset="-120"/>
              </a:rPr>
              <a:t>location_full_text</a:t>
            </a:r>
            <a:r>
              <a:rPr lang="en-US" sz="20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}}</a:t>
            </a:r>
            <a:r>
              <a:rPr kumimoji="0" lang="en-US" altLang="zh-TW" sz="20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	</a:t>
            </a:r>
          </a:p>
          <a:p>
            <a:pPr eaLnBrk="1" hangingPunct="1">
              <a:spcBef>
                <a:spcPct val="0"/>
              </a:spcBef>
              <a:spcAft>
                <a:spcPts val="0"/>
              </a:spcAft>
              <a:buClrTx/>
              <a:buSzTx/>
              <a:buNone/>
            </a:pPr>
            <a:r>
              <a:rPr kumimoji="0"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	</a:t>
            </a:r>
            <a:r>
              <a:rPr kumimoji="0" lang="zh-TW" altLang="en-US" sz="20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口試時間：</a:t>
            </a:r>
            <a:r>
              <a:rPr 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{{</a:t>
            </a:r>
            <a:r>
              <a:rPr lang="en-US" sz="2000" dirty="0" err="1">
                <a:latin typeface="標楷體" panose="03000509000000000000" pitchFamily="65" charset="-120"/>
                <a:ea typeface="標楷體" panose="03000509000000000000" pitchFamily="65" charset="-120"/>
              </a:rPr>
              <a:t>defense_date_text</a:t>
            </a:r>
            <a:r>
              <a:rPr lang="en-US" sz="20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}}{{</a:t>
            </a:r>
            <a:r>
              <a:rPr lang="en-US" sz="2000" dirty="0" err="1">
                <a:latin typeface="標楷體" panose="03000509000000000000" pitchFamily="65" charset="-120"/>
                <a:ea typeface="標楷體" panose="03000509000000000000" pitchFamily="65" charset="-120"/>
              </a:rPr>
              <a:t>defense_time_text</a:t>
            </a:r>
            <a:r>
              <a:rPr 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}}</a:t>
            </a:r>
            <a:endParaRPr kumimoji="0" lang="en-US" altLang="zh-TW" sz="2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觀點">
  <a:themeElements>
    <a:clrScheme name="觀點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觀點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觀點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atMod val="270000"/>
              </a:schemeClr>
            </a:gs>
            <a:gs pos="25000">
              <a:schemeClr val="phClr">
                <a:tint val="60000"/>
                <a:satMod val="300000"/>
              </a:schemeClr>
            </a:gs>
            <a:gs pos="100000">
              <a:schemeClr val="phClr">
                <a:tint val="29000"/>
                <a:satMod val="40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5000"/>
                <a:satMod val="155000"/>
              </a:schemeClr>
            </a:gs>
            <a:gs pos="60000">
              <a:schemeClr val="phClr">
                <a:shade val="95000"/>
                <a:satMod val="150000"/>
              </a:schemeClr>
            </a:gs>
            <a:gs pos="100000">
              <a:schemeClr val="phClr">
                <a:tint val="87000"/>
                <a:satMod val="2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atMod val="150000"/>
            </a:schemeClr>
          </a:solidFill>
          <a:prstDash val="solid"/>
        </a:ln>
        <a:ln w="425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2000000"/>
            </a:lightRig>
          </a:scene3d>
          <a:sp3d prstMaterial="powder">
            <a:bevelT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35000"/>
                <a:satMod val="150000"/>
              </a:schemeClr>
            </a:gs>
            <a:gs pos="45000">
              <a:schemeClr val="phClr">
                <a:shade val="68000"/>
                <a:satMod val="155000"/>
              </a:schemeClr>
            </a:gs>
            <a:gs pos="100000">
              <a:schemeClr val="phClr">
                <a:tint val="70000"/>
                <a:satMod val="175000"/>
              </a:schemeClr>
            </a:gs>
          </a:gsLst>
          <a:lin ang="16200000" scaled="0"/>
        </a:gradFill>
        <a:blipFill>
          <a:blip xmlns:r="http://schemas.openxmlformats.org/officeDocument/2006/relationships" r:embed="rId1">
            <a:duotone>
              <a:schemeClr val="phClr">
                <a:shade val="800"/>
                <a:satMod val="150000"/>
              </a:schemeClr>
              <a:schemeClr val="phClr">
                <a:tint val="80000"/>
                <a:satMod val="150000"/>
              </a:schemeClr>
            </a:duotone>
          </a:blip>
          <a:tile tx="0" ty="0" sx="75000" sy="7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Aspect</Template>
  <TotalTime>799</TotalTime>
  <Words>6</Words>
  <Application>Microsoft Office PowerPoint</Application>
  <PresentationFormat>A4 紙張 (210x297 公釐)</PresentationFormat>
  <Paragraphs>8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9" baseType="lpstr">
      <vt:lpstr>標楷體</vt:lpstr>
      <vt:lpstr>微軟正黑體</vt:lpstr>
      <vt:lpstr>新細明體</vt:lpstr>
      <vt:lpstr>Arial</vt:lpstr>
      <vt:lpstr>Calibri</vt:lpstr>
      <vt:lpstr>Verdana</vt:lpstr>
      <vt:lpstr>Wingdings 2</vt:lpstr>
      <vt:lpstr>觀點</vt:lpstr>
      <vt:lpstr>PowerPoint 簡報</vt:lpstr>
    </vt:vector>
  </TitlesOfParts>
  <Company> 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Pclin</dc:creator>
  <cp:lastModifiedBy>User</cp:lastModifiedBy>
  <cp:revision>63</cp:revision>
  <cp:lastPrinted>2025-07-21T13:52:17Z</cp:lastPrinted>
  <dcterms:created xsi:type="dcterms:W3CDTF">2007-07-24T04:30:54Z</dcterms:created>
  <dcterms:modified xsi:type="dcterms:W3CDTF">2026-02-22T06:26:47Z</dcterms:modified>
</cp:coreProperties>
</file>